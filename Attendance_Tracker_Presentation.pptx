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0381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hushani945/student_attendance_tracker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hushani945/student_attendance_tracker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822960"/>
            <a:ext cx="2560320" cy="347472"/>
          </a:xfrm>
          <a:prstGeom prst="rect">
            <a:avLst/>
          </a:prstGeom>
          <a:solidFill>
            <a:srgbClr val="1C2333"/>
          </a:solidFill>
          <a:ln w="12700">
            <a:solidFill>
              <a:srgbClr val="00C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6FF"/>
                </a:solidFill>
                <a:latin typeface="Consolas" panose="020B0609020204030204" pitchFamily="49" charset="0"/>
              </a:rPr>
              <a:t>IT2234 – ICA 03</a:t>
            </a:r>
            <a:endParaRPr lang="en-US" sz="1600" b="1" dirty="0">
              <a:latin typeface="Consolas" panose="020B0609020204030204" pitchFamily="49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kern="0" spc="100" dirty="0">
                <a:solidFill>
                  <a:srgbClr val="FFFFFF"/>
                </a:solidFill>
              </a:rPr>
              <a:t>Student Attendance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kern="0" spc="100" dirty="0">
                <a:solidFill>
                  <a:srgbClr val="FFFFFF"/>
                </a:solidFill>
              </a:rPr>
              <a:t>Tracker System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119215" y="3076956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00"/>
                </a:solidFill>
                <a:latin typeface="Bahnschrift Light SemiCondensed" panose="020B0502040204020203" pitchFamily="34" charset="0"/>
                <a:cs typeface="Cascadia Code" panose="020B0609020000020004" pitchFamily="49" charset="0"/>
              </a:rPr>
              <a:t>A RESTful Backend Solution for Real-Time Attendance Management</a:t>
            </a:r>
          </a:p>
        </p:txBody>
      </p:sp>
      <p:sp>
        <p:nvSpPr>
          <p:cNvPr id="9" name="Shape 7"/>
          <p:cNvSpPr/>
          <p:nvPr/>
        </p:nvSpPr>
        <p:spPr>
          <a:xfrm flipV="1">
            <a:off x="457200" y="3730750"/>
            <a:ext cx="8229600" cy="45719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14600" y="39136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80560" y="39136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39136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0" y="4617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0F0"/>
                </a:solidFill>
              </a:rPr>
              <a:t>Web Services &amp;  Server Technology – IT2234</a:t>
            </a:r>
          </a:p>
        </p:txBody>
      </p:sp>
      <p:sp>
        <p:nvSpPr>
          <p:cNvPr id="19" name="Shape 17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Problem &amp; 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3931920" cy="4069080"/>
          </a:xfrm>
          <a:prstGeom prst="rect">
            <a:avLst/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3931920" cy="50292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THE PROBLEM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1572768"/>
            <a:ext cx="201168" cy="201168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4672" y="1508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9D1D9"/>
                </a:solidFill>
              </a:rPr>
              <a:t>Manual paper-based attendance is error-prone and slow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322576"/>
            <a:ext cx="201168" cy="201168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04672" y="225856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9D1D9"/>
                </a:solidFill>
              </a:rPr>
              <a:t>No centralised system to track student attendance records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3072384"/>
            <a:ext cx="201168" cy="201168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04672" y="300837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9D1D9"/>
                </a:solidFill>
              </a:rPr>
              <a:t>Difficult to retrieve or update past attendance data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3822192"/>
            <a:ext cx="201168" cy="201168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04672" y="375818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9D1D9"/>
                </a:solidFill>
              </a:rPr>
              <a:t>Lecturers waste time on administrative record-keeping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937760" y="868680"/>
            <a:ext cx="3931920" cy="406908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937760" y="868680"/>
            <a:ext cx="3931920" cy="5029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0" y="8686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THE SOLUTION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166360" y="1572768"/>
            <a:ext cx="201168" cy="20116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68112" y="1508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9D1D9"/>
                </a:solidFill>
              </a:rPr>
              <a:t>RESTful API to manage students &amp; attendance digitally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166360" y="2322576"/>
            <a:ext cx="201168" cy="20116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68112" y="225856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9D1D9"/>
                </a:solidFill>
              </a:rPr>
              <a:t>MongoDB stores all records with timestamps automatically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166360" y="3072384"/>
            <a:ext cx="201168" cy="20116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68112" y="300837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9D1D9"/>
                </a:solidFill>
              </a:rPr>
              <a:t>Full CRUD: create, view, update, delete any record instantly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166360" y="3822192"/>
            <a:ext cx="201168" cy="20116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68112" y="375818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9D1D9"/>
                </a:solidFill>
              </a:rPr>
              <a:t>Lightweight backend accessible by any frontend or client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74320" y="5010912"/>
            <a:ext cx="8595360" cy="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645920" y="914400"/>
            <a:ext cx="5852160" cy="640080"/>
          </a:xfrm>
          <a:prstGeom prst="rect">
            <a:avLst/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645920" y="9144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Postman / Client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45920" y="12344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HTTP Requests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80560" y="1554480"/>
            <a:ext cx="182880" cy="18288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97680" y="16276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▼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45920" y="1810512"/>
            <a:ext cx="5852160" cy="640080"/>
          </a:xfrm>
          <a:prstGeom prst="rect">
            <a:avLst/>
          </a:prstGeom>
          <a:solidFill>
            <a:srgbClr val="1C7FD9"/>
          </a:solidFill>
          <a:ln w="12700">
            <a:solidFill>
              <a:srgbClr val="1C7FD9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645920" y="181051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Express.js Routes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213055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/api/students  ·  /api/attendance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80560" y="2450592"/>
            <a:ext cx="182880" cy="18288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297680" y="252374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645920" y="2706624"/>
            <a:ext cx="5852160" cy="6400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645920" y="270662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Controllers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45920" y="302666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Business Logic &amp; Validation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80560" y="3346704"/>
            <a:ext cx="182880" cy="18288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97680" y="3419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▼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645920" y="3602736"/>
            <a:ext cx="5852160" cy="640080"/>
          </a:xfrm>
          <a:prstGeom prst="rect">
            <a:avLst/>
          </a:prstGeom>
          <a:solidFill>
            <a:srgbClr val="D4870F"/>
          </a:solidFill>
          <a:ln w="12700">
            <a:solidFill>
              <a:srgbClr val="D4870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645920" y="360273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Mongoose Models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45920" y="392277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Student Schema  ·  Attendance Schema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80560" y="4242816"/>
            <a:ext cx="182880" cy="18288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297680" y="431596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▼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645920" y="4498848"/>
            <a:ext cx="5852160" cy="6400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645920" y="449884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MongoDB Database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645920" y="481888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Collections: students, attendances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 rot="5400000">
            <a:off x="7863840" y="2194560"/>
            <a:ext cx="1097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6FF"/>
                </a:solidFill>
              </a:rPr>
              <a:t>MVC Pattern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818120" y="2706624"/>
            <a:ext cx="36576" cy="128016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API Endpoints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416052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8A6FF"/>
                </a:solidFill>
              </a:rPr>
              <a:t>STUDENT APIs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416052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804672" cy="621792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170432"/>
            <a:ext cx="804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33856" y="12070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/api/students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33856" y="149047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Register a new student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901952"/>
            <a:ext cx="416052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901952"/>
            <a:ext cx="804672" cy="621792"/>
          </a:xfrm>
          <a:prstGeom prst="rect">
            <a:avLst/>
          </a:prstGeom>
          <a:solidFill>
            <a:srgbClr val="1C7FD9"/>
          </a:solidFill>
          <a:ln w="12700">
            <a:solidFill>
              <a:srgbClr val="1C7F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1901952"/>
            <a:ext cx="804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33856" y="193852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/api/students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33856" y="22219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Retrieve all students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633472"/>
            <a:ext cx="416052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633472"/>
            <a:ext cx="804672" cy="621792"/>
          </a:xfrm>
          <a:prstGeom prst="rect">
            <a:avLst/>
          </a:prstGeom>
          <a:solidFill>
            <a:srgbClr val="1C7FD9"/>
          </a:solidFill>
          <a:ln w="12700">
            <a:solidFill>
              <a:srgbClr val="1C7F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2633472"/>
            <a:ext cx="804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33856" y="267004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/api/students/:id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33856" y="295351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Get student by ID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364992"/>
            <a:ext cx="416052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3364992"/>
            <a:ext cx="804672" cy="621792"/>
          </a:xfrm>
          <a:prstGeom prst="rect">
            <a:avLst/>
          </a:prstGeom>
          <a:solidFill>
            <a:srgbClr val="D4870F"/>
          </a:solidFill>
          <a:ln w="12700">
            <a:solidFill>
              <a:srgbClr val="D487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3364992"/>
            <a:ext cx="804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PUT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33856" y="340156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/api/students/:id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33856" y="36850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Update student record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4096512"/>
            <a:ext cx="416052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74320" y="4096512"/>
            <a:ext cx="804672" cy="62179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4096512"/>
            <a:ext cx="804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DELETE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33856" y="413308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/api/students/:id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33856" y="441655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Remove a student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713232"/>
            <a:ext cx="416052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09160" y="71323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FB950"/>
                </a:solidFill>
              </a:rPr>
              <a:t>ATTENDANCE APIs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709160" y="1170432"/>
            <a:ext cx="416052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709160" y="1170432"/>
            <a:ext cx="804672" cy="621792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09160" y="1170432"/>
            <a:ext cx="804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68696" y="12070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/api/attendance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568696" y="149047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Mark new attendance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09160" y="1901952"/>
            <a:ext cx="416052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709160" y="1901952"/>
            <a:ext cx="804672" cy="621792"/>
          </a:xfrm>
          <a:prstGeom prst="rect">
            <a:avLst/>
          </a:prstGeom>
          <a:solidFill>
            <a:srgbClr val="1C7FD9"/>
          </a:solidFill>
          <a:ln w="12700">
            <a:solidFill>
              <a:srgbClr val="1C7F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709160" y="1901952"/>
            <a:ext cx="804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68696" y="193852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/api/attendance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568696" y="22219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Get all attendance records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09160" y="2633472"/>
            <a:ext cx="416052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709160" y="2633472"/>
            <a:ext cx="804672" cy="621792"/>
          </a:xfrm>
          <a:prstGeom prst="rect">
            <a:avLst/>
          </a:prstGeom>
          <a:solidFill>
            <a:srgbClr val="1C7FD9"/>
          </a:solidFill>
          <a:ln w="12700">
            <a:solidFill>
              <a:srgbClr val="1C7F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709160" y="2633472"/>
            <a:ext cx="804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568696" y="267004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/api/attendance/student/:id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68696" y="295351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Attendance by student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09160" y="3364992"/>
            <a:ext cx="416052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709160" y="3364992"/>
            <a:ext cx="804672" cy="621792"/>
          </a:xfrm>
          <a:prstGeom prst="rect">
            <a:avLst/>
          </a:prstGeom>
          <a:solidFill>
            <a:srgbClr val="D4870F"/>
          </a:solidFill>
          <a:ln w="12700">
            <a:solidFill>
              <a:srgbClr val="D487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709160" y="3364992"/>
            <a:ext cx="804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PUT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568696" y="340156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/api/attendance/:id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568696" y="36850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Update an attendance record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709160" y="4096512"/>
            <a:ext cx="416052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4709160" y="4096512"/>
            <a:ext cx="804672" cy="62179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709160" y="4096512"/>
            <a:ext cx="804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DELETE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568696" y="413308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/api/attendance/:id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568696" y="441655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Delete an attendance record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Key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743200" cy="1874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2743200" cy="54864"/>
          </a:xfrm>
          <a:prstGeom prst="rect">
            <a:avLst/>
          </a:prstGeom>
          <a:solidFill>
            <a:srgbClr val="1C7FD9"/>
          </a:solidFill>
          <a:ln w="12700">
            <a:solidFill>
              <a:srgbClr val="1C7F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38912" y="969264"/>
            <a:ext cx="384048" cy="384048"/>
          </a:xfrm>
          <a:prstGeom prst="ellipse">
            <a:avLst/>
          </a:prstGeom>
          <a:solidFill>
            <a:srgbClr val="1C7FD9"/>
          </a:solidFill>
          <a:ln w="12700">
            <a:solidFill>
              <a:srgbClr val="1C7F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969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32688" y="96926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Full CRUD Operations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0624" y="1463040"/>
            <a:ext cx="248716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Complete Create, Read, Update, Delete for both Student and Attendance collections via clean REST endpoints.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804672"/>
            <a:ext cx="2743200" cy="1874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804672"/>
            <a:ext cx="2743200" cy="54864"/>
          </a:xfrm>
          <a:prstGeom prst="rect">
            <a:avLst/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64992" y="969264"/>
            <a:ext cx="384048" cy="384048"/>
          </a:xfrm>
          <a:prstGeom prst="ellipse">
            <a:avLst/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64992" y="969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58768" y="96926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Mongoose Data Validation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46704" y="1463040"/>
            <a:ext cx="248716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Required fields, unique constraints, enums (present/absent/late), and type-checking enforced at the schema level.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804672"/>
            <a:ext cx="2743200" cy="1874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26480" y="804672"/>
            <a:ext cx="27432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91072" y="969264"/>
            <a:ext cx="384048" cy="38404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91072" y="969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84848" y="96926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Relational Data via Populate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72784" y="1463040"/>
            <a:ext cx="248716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Attendance records are linked to Student documents by ObjectId. The GET endpoints auto-populate student name, ID, and course.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907792"/>
            <a:ext cx="2743200" cy="1874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2907792"/>
            <a:ext cx="2743200" cy="54864"/>
          </a:xfrm>
          <a:prstGeom prst="rect">
            <a:avLst/>
          </a:prstGeom>
          <a:solidFill>
            <a:srgbClr val="D4870F"/>
          </a:solidFill>
          <a:ln w="12700">
            <a:solidFill>
              <a:srgbClr val="D487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38912" y="3072384"/>
            <a:ext cx="384048" cy="384048"/>
          </a:xfrm>
          <a:prstGeom prst="ellipse">
            <a:avLst/>
          </a:prstGeom>
          <a:solidFill>
            <a:srgbClr val="D4870F"/>
          </a:solidFill>
          <a:ln w="12700">
            <a:solidFill>
              <a:srgbClr val="D487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38912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32688" y="307238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Error Handling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20624" y="3566160"/>
            <a:ext cx="248716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Every controller wraps logic in try/catch blocks returning meaningful HTTP status codes (400, 404, 500) with descriptive messages.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0" y="2907792"/>
            <a:ext cx="2743200" cy="1874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00400" y="2907792"/>
            <a:ext cx="2743200" cy="5486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364992" y="3072384"/>
            <a:ext cx="384048" cy="38404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364992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858768" y="307238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Environment Configuration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346704" y="3566160"/>
            <a:ext cx="248716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.env file controls PORT and MONGO_URI, keeping credentials outside source code. dotenv loaded at server startup.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26480" y="2907792"/>
            <a:ext cx="2743200" cy="1874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126480" y="2907792"/>
            <a:ext cx="274320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291072" y="3072384"/>
            <a:ext cx="384048" cy="38404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291072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784848" y="307238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Nodemon Dev Workflow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72784" y="3566160"/>
            <a:ext cx="248716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npm run dev uses nodemon for hot reload on file change, enabling rapid iterative development without manual server restarts.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Technologies Used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01168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011680" cy="640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9509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Node.js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1828800" cy="228600"/>
          </a:xfrm>
          <a:prstGeom prst="rect">
            <a:avLst/>
          </a:prstGeom>
          <a:solidFill>
            <a:srgbClr val="3FB950">
              <a:alpha val="20000"/>
            </a:srgbClr>
          </a:solidFill>
          <a:ln w="12700">
            <a:solidFill>
              <a:srgbClr val="3FB95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FB950"/>
                </a:solidFill>
              </a:rPr>
              <a:t>Runtime Environment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6459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JavaScript engine running the server-side code outside the browser.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50592" y="822960"/>
            <a:ext cx="201168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50592" y="822960"/>
            <a:ext cx="2011680" cy="640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42032" y="9509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Express.js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542032" y="1325880"/>
            <a:ext cx="1828800" cy="22860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42032" y="1325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Web Framework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42032" y="16459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Minimal framework for routing, middleware, and HTTP handling.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26864" y="822960"/>
            <a:ext cx="201168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26864" y="822960"/>
            <a:ext cx="2011680" cy="640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18304" y="9509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MongoDB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718304" y="1325880"/>
            <a:ext cx="1828800" cy="228600"/>
          </a:xfrm>
          <a:prstGeom prst="rect">
            <a:avLst/>
          </a:prstGeom>
          <a:solidFill>
            <a:srgbClr val="3FB950">
              <a:alpha val="20000"/>
            </a:srgbClr>
          </a:solidFill>
          <a:ln w="12700">
            <a:solidFill>
              <a:srgbClr val="3FB95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18304" y="1325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FB950"/>
                </a:solidFill>
              </a:rPr>
              <a:t>NoSQL Database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18304" y="16459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Document-oriented DB storing students and attendance as JSON-like docs.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03136" y="822960"/>
            <a:ext cx="201168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803136" y="822960"/>
            <a:ext cx="2011680" cy="64008"/>
          </a:xfrm>
          <a:prstGeom prst="rect">
            <a:avLst/>
          </a:prstGeom>
          <a:solidFill>
            <a:srgbClr val="880000"/>
          </a:solidFill>
          <a:ln w="12700">
            <a:solidFill>
              <a:srgbClr val="88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94576" y="9509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Mongoose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894576" y="1325880"/>
            <a:ext cx="1828800" cy="228600"/>
          </a:xfrm>
          <a:prstGeom prst="rect">
            <a:avLst/>
          </a:prstGeom>
          <a:solidFill>
            <a:srgbClr val="880000">
              <a:alpha val="20000"/>
            </a:srgbClr>
          </a:solidFill>
          <a:ln w="12700">
            <a:solidFill>
              <a:srgbClr val="88000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94576" y="1325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80000"/>
                </a:solidFill>
              </a:rPr>
              <a:t>ODM Library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94576" y="16459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Schema definition, validation, and query helpers on top of MongoDB driver.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2651760"/>
            <a:ext cx="201168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74320" y="2651760"/>
            <a:ext cx="2011680" cy="64008"/>
          </a:xfrm>
          <a:prstGeom prst="rect">
            <a:avLst/>
          </a:prstGeom>
          <a:solidFill>
            <a:srgbClr val="ECD53F"/>
          </a:solidFill>
          <a:ln w="12700">
            <a:solidFill>
              <a:srgbClr val="ECD5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27797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dotenv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5760" y="3154680"/>
            <a:ext cx="1828800" cy="228600"/>
          </a:xfrm>
          <a:prstGeom prst="rect">
            <a:avLst/>
          </a:prstGeom>
          <a:solidFill>
            <a:srgbClr val="ECD53F">
              <a:alpha val="20000"/>
            </a:srgbClr>
          </a:solidFill>
          <a:ln w="12700">
            <a:solidFill>
              <a:srgbClr val="ECD53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5760" y="3154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CD53F"/>
                </a:solidFill>
              </a:rPr>
              <a:t>Config Management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34747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Loads PORT and MONGO_URI from .env file at runtime.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450592" y="2651760"/>
            <a:ext cx="201168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450592" y="2651760"/>
            <a:ext cx="2011680" cy="64008"/>
          </a:xfrm>
          <a:prstGeom prst="rect">
            <a:avLst/>
          </a:prstGeom>
          <a:solidFill>
            <a:srgbClr val="76D04B"/>
          </a:solidFill>
          <a:ln w="12700">
            <a:solidFill>
              <a:srgbClr val="76D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542032" y="27797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Nodemon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2542032" y="3154680"/>
            <a:ext cx="1828800" cy="228600"/>
          </a:xfrm>
          <a:prstGeom prst="rect">
            <a:avLst/>
          </a:prstGeom>
          <a:solidFill>
            <a:srgbClr val="76D04B">
              <a:alpha val="20000"/>
            </a:srgbClr>
          </a:solidFill>
          <a:ln w="12700">
            <a:solidFill>
              <a:srgbClr val="76D04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542032" y="3154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6D04B"/>
                </a:solidFill>
              </a:rPr>
              <a:t>Dev Tool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542032" y="34747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Auto-restarts server on file save for faster development cycle.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26864" y="2651760"/>
            <a:ext cx="201168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626864" y="2651760"/>
            <a:ext cx="2011680" cy="64008"/>
          </a:xfrm>
          <a:prstGeom prst="rect">
            <a:avLst/>
          </a:prstGeom>
          <a:solidFill>
            <a:srgbClr val="FF6C37"/>
          </a:solidFill>
          <a:ln w="12700">
            <a:solidFill>
              <a:srgbClr val="FF6C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718304" y="27797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Postman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718304" y="3154680"/>
            <a:ext cx="1828800" cy="228600"/>
          </a:xfrm>
          <a:prstGeom prst="rect">
            <a:avLst/>
          </a:prstGeom>
          <a:solidFill>
            <a:srgbClr val="FF6C37">
              <a:alpha val="20000"/>
            </a:srgbClr>
          </a:solidFill>
          <a:ln w="12700">
            <a:solidFill>
              <a:srgbClr val="FF6C3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718304" y="3154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C37"/>
                </a:solidFill>
              </a:rPr>
              <a:t>API Testing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18304" y="34747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Used to test all 10 REST endpoints with real request/response data.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803136" y="2651760"/>
            <a:ext cx="201168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803136" y="2651760"/>
            <a:ext cx="2011680" cy="64008"/>
          </a:xfrm>
          <a:prstGeom prst="rect">
            <a:avLst/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894576" y="27797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GitHub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894576" y="3154680"/>
            <a:ext cx="1828800" cy="228600"/>
          </a:xfrm>
          <a:prstGeom prst="rect">
            <a:avLst/>
          </a:prstGeom>
          <a:solidFill>
            <a:srgbClr val="6E40C9">
              <a:alpha val="20000"/>
            </a:srgbClr>
          </a:solidFill>
          <a:ln w="12700">
            <a:solidFill>
              <a:srgbClr val="6E40C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894576" y="3154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E40C9"/>
                </a:solidFill>
              </a:rPr>
              <a:t>Version Control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894576" y="34747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5 meaningful commits tracking project progress from setup to completion.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GitHub &amp; Project Structure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069080" cy="4251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069080" cy="384048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7772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8A6FF"/>
                </a:solidFill>
              </a:rPr>
              <a:t>📁 attendance-tracker/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2435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models/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4996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Student.js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7556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Attendance.js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routes/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2677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studentRoutes.js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5237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attendanceRoutes.js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7797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controllers/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0358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studentController.js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2918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attendanceController.js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5478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server.js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8039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.env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0599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package.json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3159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README.md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777240"/>
            <a:ext cx="4297680" cy="2423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0" y="777240"/>
            <a:ext cx="4297680" cy="384048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09160" y="7772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8A6FF"/>
                </a:solidFill>
              </a:rPr>
              <a:t>Commit History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09160" y="126187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d180d03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77840" y="126187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</a:rPr>
              <a:t>Fix async bug; add attendance &amp; README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09160" y="171907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6b6bc53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77840" y="171907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</a:rPr>
              <a:t>Add student routes and controller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9160" y="217627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c6450e5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77840" y="217627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</a:rPr>
              <a:t>Fix JSON middleware; add MongoDB model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09160" y="263347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06b5835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77840" y="263347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</a:rPr>
              <a:t>Project setup: Express server init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0" y="3337560"/>
            <a:ext cx="4297680" cy="1691640"/>
          </a:xfrm>
          <a:prstGeom prst="rect">
            <a:avLst/>
          </a:prstGeom>
          <a:solidFill>
            <a:srgbClr val="161B22"/>
          </a:solidFill>
          <a:ln w="19050">
            <a:solidFill>
              <a:srgbClr val="6E40C9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572000" y="3337560"/>
            <a:ext cx="4297680" cy="384048"/>
          </a:xfrm>
          <a:prstGeom prst="rect">
            <a:avLst/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0" y="333756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GitHub Repository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663440" y="38221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Thushani945 / student_attendance_tracker</a:t>
            </a:r>
            <a:endParaRPr lang="en-US" sz="1400" dirty="0"/>
          </a:p>
        </p:txBody>
      </p:sp>
      <p:sp>
        <p:nvSpPr>
          <p:cNvPr id="35" name="Text 33">
            <a:hlinkClick r:id="rId3"/>
          </p:cNvPr>
          <p:cNvSpPr/>
          <p:nvPr/>
        </p:nvSpPr>
        <p:spPr>
          <a:xfrm>
            <a:off x="4663440" y="4160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58A6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github.com/Thushani945/student_attendance_tracker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663440" y="4480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⭐ Public Repository  ·  MIT License  ·  5 Commits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6706" y="406423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kern="0" spc="200" dirty="0">
                <a:solidFill>
                  <a:srgbClr val="FFFFFF"/>
                </a:solidFill>
              </a:rPr>
              <a:t>Thank You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2836190" y="1597673"/>
            <a:ext cx="3576233" cy="45719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338306" y="2140315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8A6FF"/>
                </a:solidFill>
              </a:rPr>
              <a:t>GitHub Repository</a:t>
            </a:r>
            <a:endParaRPr lang="en-US" sz="2000" dirty="0"/>
          </a:p>
        </p:txBody>
      </p:sp>
      <p:sp>
        <p:nvSpPr>
          <p:cNvPr id="10" name="Text 8">
            <a:hlinkClick r:id="rId3"/>
          </p:cNvPr>
          <p:cNvSpPr/>
          <p:nvPr/>
        </p:nvSpPr>
        <p:spPr>
          <a:xfrm>
            <a:off x="1371600" y="2366386"/>
            <a:ext cx="6400800" cy="527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u="sng" dirty="0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github.com/Thushani945/student_attendance_tracker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-1375476" y="3697323"/>
            <a:ext cx="762904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00"/>
                </a:solidFill>
                <a:latin typeface="Lucida Sans" panose="020B0602030504020204" pitchFamily="34" charset="0"/>
              </a:rPr>
              <a:t>   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Lucida Sans" panose="020B0602030504020204" pitchFamily="34" charset="0"/>
              </a:rPr>
              <a:t>Name:  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Lucida Sans" panose="020B0602030504020204" pitchFamily="34" charset="0"/>
              </a:rPr>
              <a:t>Navodya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Lucida Sans" panose="020B0602030504020204" pitchFamily="34" charset="0"/>
              </a:rPr>
              <a:t> Thushani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Lucida Sans" panose="020B0602030504020204" pitchFamily="34" charset="0"/>
              </a:rPr>
              <a:t>Kithulgoda</a:t>
            </a:r>
            <a:br>
              <a:rPr lang="en-US" dirty="0">
                <a:solidFill>
                  <a:srgbClr val="FFFF00"/>
                </a:solidFill>
                <a:latin typeface="Lucida Sans" panose="020B0602030504020204" pitchFamily="34" charset="0"/>
              </a:rPr>
            </a:br>
            <a:r>
              <a:rPr lang="en-US" dirty="0">
                <a:solidFill>
                  <a:srgbClr val="FFFF00"/>
                </a:solidFill>
                <a:latin typeface="Lucida Sans" panose="020B0602030504020204" pitchFamily="34" charset="0"/>
              </a:rPr>
              <a:t> </a:t>
            </a:r>
            <a:br>
              <a:rPr lang="en-US" dirty="0">
                <a:solidFill>
                  <a:srgbClr val="FFFF00"/>
                </a:solidFill>
                <a:latin typeface="Lucida Sans" panose="020B0602030504020204" pitchFamily="34" charset="0"/>
              </a:rPr>
            </a:b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Lucida Sans" panose="020B0602030504020204" pitchFamily="34" charset="0"/>
              </a:rPr>
              <a:t>Registration Number:  2022/ICT/88    </a:t>
            </a:r>
          </a:p>
        </p:txBody>
      </p:sp>
      <p:sp>
        <p:nvSpPr>
          <p:cNvPr id="14" name="Text 12"/>
          <p:cNvSpPr/>
          <p:nvPr/>
        </p:nvSpPr>
        <p:spPr>
          <a:xfrm>
            <a:off x="2025396" y="4154523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75304" y="4251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680</Words>
  <Application>Microsoft Office PowerPoint</Application>
  <PresentationFormat>On-screen Show (16:9)</PresentationFormat>
  <Paragraphs>149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Bahnschrift Light SemiCondensed</vt:lpstr>
      <vt:lpstr>Consolas</vt:lpstr>
      <vt:lpstr>Lucida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Attendance Tracker – IT2234 ICA-03</dc:title>
  <dc:subject>PptxGenJS Presentation</dc:subject>
  <dc:creator>PptxGenJS</dc:creator>
  <cp:lastModifiedBy>thushani kithulgoda</cp:lastModifiedBy>
  <cp:revision>12</cp:revision>
  <dcterms:created xsi:type="dcterms:W3CDTF">2026-05-17T02:03:52Z</dcterms:created>
  <dcterms:modified xsi:type="dcterms:W3CDTF">2026-05-17T04:32:27Z</dcterms:modified>
</cp:coreProperties>
</file>